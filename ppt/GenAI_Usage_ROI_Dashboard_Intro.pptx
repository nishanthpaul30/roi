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AI GOVERNANCE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731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Usage &amp; ROI Dashboard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telemetry to strategic action — powered by an automated Strategic Inference Engine.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2667762" cy="1417320"/>
          </a:xfrm>
          <a:prstGeom prst="roundRect">
            <a:avLst>
              <a:gd name="adj" fmla="val 6452"/>
            </a:avLst>
          </a:prstGeom>
          <a:solidFill>
            <a:srgbClr val="1B1B1E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770632"/>
            <a:ext cx="2338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383280"/>
            <a:ext cx="2338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Provisioned Users Tracked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26130" y="2606040"/>
            <a:ext cx="2667762" cy="1417320"/>
          </a:xfrm>
          <a:prstGeom prst="roundRect">
            <a:avLst>
              <a:gd name="adj" fmla="val 6452"/>
            </a:avLst>
          </a:prstGeom>
          <a:solidFill>
            <a:srgbClr val="1B1B1E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0722" y="2770632"/>
            <a:ext cx="2338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80.4%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90722" y="3383280"/>
            <a:ext cx="2338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Adoption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5060" y="2606040"/>
            <a:ext cx="2667762" cy="1417320"/>
          </a:xfrm>
          <a:prstGeom prst="roundRect">
            <a:avLst>
              <a:gd name="adj" fmla="val 6452"/>
            </a:avLst>
          </a:prstGeom>
          <a:solidFill>
            <a:srgbClr val="1B1B1E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9652" y="2770632"/>
            <a:ext cx="2338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$20.7K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359652" y="3383280"/>
            <a:ext cx="2338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 Savings Identified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63990" y="2606040"/>
            <a:ext cx="2667762" cy="1417320"/>
          </a:xfrm>
          <a:prstGeom prst="roundRect">
            <a:avLst>
              <a:gd name="adj" fmla="val 6452"/>
            </a:avLst>
          </a:prstGeom>
          <a:solidFill>
            <a:srgbClr val="1B1B1E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28582" y="2770632"/>
            <a:ext cx="2338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228582" y="3383280"/>
            <a:ext cx="2338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Strategic Inferences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11274552" cy="1051560"/>
          </a:xfrm>
          <a:prstGeom prst="roundRect">
            <a:avLst>
              <a:gd name="adj" fmla="val 10435"/>
            </a:avLst>
          </a:prstGeom>
          <a:solidFill>
            <a:srgbClr val="FFE6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34340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visibility — it thinks. Every finding ships with a quantified dollar impact and a one-click recommendation.</a:t>
            </a:r>
            <a:endParaRPr lang="en-US" sz="1600" dirty="0"/>
          </a:p>
        </p:txBody>
      </p:sp>
      <p:pic>
        <p:nvPicPr>
          <p:cNvPr id="19" name="Image 0" descr="C:\Users\Nishanth\AppData\Local\Temp\claude\C--Users-Nishanth-Desktop-Nishanth-Learn-roi-mini-roi\d05b2aa6-7e66-4d85-ad95-4ce8c2578992\scratchpad\intro-ppt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617720"/>
            <a:ext cx="502920" cy="5029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D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Usage &amp; ROI Dashboard  ·  Leadership Briefing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D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2026-09-23T04:24:44Z</dcterms:created>
  <dcterms:modified xsi:type="dcterms:W3CDTF">2026-09-23T04:24:44Z</dcterms:modified>
</cp:coreProperties>
</file>